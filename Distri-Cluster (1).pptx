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cademy" charset="1" panose="00000000000000000000"/>
      <p:regular r:id="rId18"/>
    </p:embeddedFont>
    <p:embeddedFont>
      <p:font typeface="Open Sans 2 Bold" charset="1" panose="00000000000000000000"/>
      <p:regular r:id="rId19"/>
    </p:embeddedFont>
    <p:embeddedFont>
      <p:font typeface="Helvetica World" charset="1" panose="020B0500040000020004"/>
      <p:regular r:id="rId20"/>
    </p:embeddedFont>
    <p:embeddedFont>
      <p:font typeface="Canva Sans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74311" y="632770"/>
            <a:ext cx="3900594" cy="547695"/>
            <a:chOff x="0" y="0"/>
            <a:chExt cx="1358477" cy="1907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8477" cy="190748"/>
            </a:xfrm>
            <a:custGeom>
              <a:avLst/>
              <a:gdLst/>
              <a:ahLst/>
              <a:cxnLst/>
              <a:rect r="r" b="b" t="t" l="l"/>
              <a:pathLst>
                <a:path h="190748" w="1358477">
                  <a:moveTo>
                    <a:pt x="95374" y="0"/>
                  </a:moveTo>
                  <a:lnTo>
                    <a:pt x="1263103" y="0"/>
                  </a:lnTo>
                  <a:cubicBezTo>
                    <a:pt x="1315776" y="0"/>
                    <a:pt x="1358477" y="42700"/>
                    <a:pt x="1358477" y="95374"/>
                  </a:cubicBezTo>
                  <a:lnTo>
                    <a:pt x="1358477" y="95374"/>
                  </a:lnTo>
                  <a:cubicBezTo>
                    <a:pt x="1358477" y="120669"/>
                    <a:pt x="1348429" y="144928"/>
                    <a:pt x="1330542" y="162814"/>
                  </a:cubicBezTo>
                  <a:cubicBezTo>
                    <a:pt x="1312656" y="180700"/>
                    <a:pt x="1288398" y="190748"/>
                    <a:pt x="1263103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58477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22427">
            <a:off x="1903808" y="1886393"/>
            <a:ext cx="14480383" cy="6131333"/>
          </a:xfrm>
          <a:custGeom>
            <a:avLst/>
            <a:gdLst/>
            <a:ahLst/>
            <a:cxnLst/>
            <a:rect r="r" b="b" t="t" l="l"/>
            <a:pathLst>
              <a:path h="6131333" w="14480383">
                <a:moveTo>
                  <a:pt x="0" y="0"/>
                </a:moveTo>
                <a:lnTo>
                  <a:pt x="14480384" y="0"/>
                </a:lnTo>
                <a:lnTo>
                  <a:pt x="14480384" y="6131333"/>
                </a:lnTo>
                <a:lnTo>
                  <a:pt x="0" y="613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1480" y="637016"/>
            <a:ext cx="3133243" cy="547695"/>
            <a:chOff x="0" y="0"/>
            <a:chExt cx="1091228" cy="1907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1228" cy="190748"/>
            </a:xfrm>
            <a:custGeom>
              <a:avLst/>
              <a:gdLst/>
              <a:ahLst/>
              <a:cxnLst/>
              <a:rect r="r" b="b" t="t" l="l"/>
              <a:pathLst>
                <a:path h="190748" w="1091228">
                  <a:moveTo>
                    <a:pt x="95374" y="0"/>
                  </a:moveTo>
                  <a:lnTo>
                    <a:pt x="995854" y="0"/>
                  </a:lnTo>
                  <a:cubicBezTo>
                    <a:pt x="1048528" y="0"/>
                    <a:pt x="1091228" y="42700"/>
                    <a:pt x="1091228" y="95374"/>
                  </a:cubicBezTo>
                  <a:lnTo>
                    <a:pt x="1091228" y="95374"/>
                  </a:lnTo>
                  <a:cubicBezTo>
                    <a:pt x="1091228" y="120669"/>
                    <a:pt x="1081180" y="144928"/>
                    <a:pt x="1063294" y="162814"/>
                  </a:cubicBezTo>
                  <a:cubicBezTo>
                    <a:pt x="1045408" y="180700"/>
                    <a:pt x="1021149" y="190748"/>
                    <a:pt x="995854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1228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76223" y="2705342"/>
            <a:ext cx="17335555" cy="445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44"/>
              </a:lnSpc>
            </a:pPr>
            <a:r>
              <a:rPr lang="en-US" sz="15729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DISTRI-CLUSTER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9775" y="8991981"/>
            <a:ext cx="1947699" cy="57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8"/>
              </a:lnSpc>
            </a:pPr>
            <a:r>
              <a:rPr lang="en-US" b="true" sz="2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50,000 CIFAR-10</a:t>
            </a:r>
            <a:r>
              <a:rPr lang="en-US" b="true" sz="2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VECT</a:t>
            </a:r>
            <a:r>
              <a:rPr lang="en-US" b="true" sz="2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90036" y="9003030"/>
            <a:ext cx="1756312" cy="56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5"/>
              </a:lnSpc>
            </a:pPr>
            <a:r>
              <a:rPr lang="en-US" b="true" sz="2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512 DIMENTIONS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80298" y="9151335"/>
            <a:ext cx="1756312" cy="55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"/>
              </a:lnSpc>
            </a:pPr>
            <a:r>
              <a:rPr lang="en-US" b="true" sz="2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K=10 CLUSTERS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480" y="670397"/>
            <a:ext cx="313324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HPC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74311" y="659113"/>
            <a:ext cx="390059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Sadhana Devarajan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03109" y="589391"/>
            <a:ext cx="568178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Hybrid MPI + OpenMP Parallel K-Means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On CIFAR-10 Image Embeddings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3" t="-586" r="-29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166" y="1398547"/>
            <a:ext cx="17415945" cy="7249387"/>
          </a:xfrm>
          <a:custGeom>
            <a:avLst/>
            <a:gdLst/>
            <a:ahLst/>
            <a:cxnLst/>
            <a:rect r="r" b="b" t="t" l="l"/>
            <a:pathLst>
              <a:path h="7249387" w="17415945">
                <a:moveTo>
                  <a:pt x="0" y="0"/>
                </a:moveTo>
                <a:lnTo>
                  <a:pt x="17415945" y="0"/>
                </a:lnTo>
                <a:lnTo>
                  <a:pt x="17415945" y="7249387"/>
                </a:lnTo>
                <a:lnTo>
                  <a:pt x="0" y="7249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5" y="1931325"/>
            <a:ext cx="18278475" cy="5986201"/>
          </a:xfrm>
          <a:custGeom>
            <a:avLst/>
            <a:gdLst/>
            <a:ahLst/>
            <a:cxnLst/>
            <a:rect r="r" b="b" t="t" l="l"/>
            <a:pathLst>
              <a:path h="5986201" w="18278475">
                <a:moveTo>
                  <a:pt x="0" y="0"/>
                </a:moveTo>
                <a:lnTo>
                  <a:pt x="18278475" y="0"/>
                </a:lnTo>
                <a:lnTo>
                  <a:pt x="18278475" y="5986200"/>
                </a:lnTo>
                <a:lnTo>
                  <a:pt x="0" y="598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066800"/>
            <a:ext cx="18297525" cy="752985"/>
          </a:xfrm>
          <a:custGeom>
            <a:avLst/>
            <a:gdLst/>
            <a:ahLst/>
            <a:cxnLst/>
            <a:rect r="r" b="b" t="t" l="l"/>
            <a:pathLst>
              <a:path h="752985" w="18297525">
                <a:moveTo>
                  <a:pt x="0" y="0"/>
                </a:moveTo>
                <a:lnTo>
                  <a:pt x="18297525" y="0"/>
                </a:lnTo>
                <a:lnTo>
                  <a:pt x="18297525" y="752985"/>
                </a:lnTo>
                <a:lnTo>
                  <a:pt x="0" y="752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525" y="7917525"/>
            <a:ext cx="18297525" cy="752985"/>
          </a:xfrm>
          <a:custGeom>
            <a:avLst/>
            <a:gdLst/>
            <a:ahLst/>
            <a:cxnLst/>
            <a:rect r="r" b="b" t="t" l="l"/>
            <a:pathLst>
              <a:path h="752985" w="18297525">
                <a:moveTo>
                  <a:pt x="0" y="0"/>
                </a:moveTo>
                <a:lnTo>
                  <a:pt x="18297525" y="0"/>
                </a:lnTo>
                <a:lnTo>
                  <a:pt x="18297525" y="752985"/>
                </a:lnTo>
                <a:lnTo>
                  <a:pt x="0" y="752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4310"/>
            <a:ext cx="18288000" cy="10092690"/>
          </a:xfrm>
          <a:custGeom>
            <a:avLst/>
            <a:gdLst/>
            <a:ahLst/>
            <a:cxnLst/>
            <a:rect r="r" b="b" t="t" l="l"/>
            <a:pathLst>
              <a:path h="10092690" w="18288000">
                <a:moveTo>
                  <a:pt x="0" y="0"/>
                </a:moveTo>
                <a:lnTo>
                  <a:pt x="18288000" y="0"/>
                </a:lnTo>
                <a:lnTo>
                  <a:pt x="18288000" y="10092690"/>
                </a:lnTo>
                <a:lnTo>
                  <a:pt x="0" y="10092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1" t="0" r="-98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14358" y="2695636"/>
            <a:ext cx="5420430" cy="1179920"/>
          </a:xfrm>
          <a:custGeom>
            <a:avLst/>
            <a:gdLst/>
            <a:ahLst/>
            <a:cxnLst/>
            <a:rect r="r" b="b" t="t" l="l"/>
            <a:pathLst>
              <a:path h="1179920" w="5420430">
                <a:moveTo>
                  <a:pt x="0" y="0"/>
                </a:moveTo>
                <a:lnTo>
                  <a:pt x="5420429" y="0"/>
                </a:lnTo>
                <a:lnTo>
                  <a:pt x="5420429" y="1179920"/>
                </a:lnTo>
                <a:lnTo>
                  <a:pt x="0" y="1179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64" r="0" b="-10932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14358" y="2809663"/>
            <a:ext cx="5420430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5CE1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1.244 x 10^6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7472" y="9486409"/>
            <a:ext cx="17332674" cy="848216"/>
          </a:xfrm>
          <a:custGeom>
            <a:avLst/>
            <a:gdLst/>
            <a:ahLst/>
            <a:cxnLst/>
            <a:rect r="r" b="b" t="t" l="l"/>
            <a:pathLst>
              <a:path h="848216" w="17332674">
                <a:moveTo>
                  <a:pt x="0" y="0"/>
                </a:moveTo>
                <a:lnTo>
                  <a:pt x="17332674" y="0"/>
                </a:lnTo>
                <a:lnTo>
                  <a:pt x="17332674" y="848216"/>
                </a:lnTo>
                <a:lnTo>
                  <a:pt x="0" y="848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6470" r="0" b="-4647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7472" y="1634908"/>
            <a:ext cx="10130968" cy="7851500"/>
          </a:xfrm>
          <a:custGeom>
            <a:avLst/>
            <a:gdLst/>
            <a:ahLst/>
            <a:cxnLst/>
            <a:rect r="r" b="b" t="t" l="l"/>
            <a:pathLst>
              <a:path h="7851500" w="10130968">
                <a:moveTo>
                  <a:pt x="0" y="0"/>
                </a:moveTo>
                <a:lnTo>
                  <a:pt x="10130968" y="0"/>
                </a:lnTo>
                <a:lnTo>
                  <a:pt x="10130968" y="7851501"/>
                </a:lnTo>
                <a:lnTo>
                  <a:pt x="0" y="7851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DAHG4-JU3TU</dc:identifier>
  <dcterms:modified xsi:type="dcterms:W3CDTF">2011-08-01T06:04:30Z</dcterms:modified>
  <cp:revision>1</cp:revision>
  <dc:title>Distri-Cluster</dc:title>
</cp:coreProperties>
</file>